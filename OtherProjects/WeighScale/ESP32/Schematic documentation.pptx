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ssina, Alex" userId="0f76471a-ee79-4a6c-92ee-5c5f78aa7398" providerId="ADAL" clId="{CD0C2D85-6BEF-4932-B5B6-B2BD7469F877}"/>
    <pc:docChg chg="modSld">
      <pc:chgData name="Messina, Alex" userId="0f76471a-ee79-4a6c-92ee-5c5f78aa7398" providerId="ADAL" clId="{CD0C2D85-6BEF-4932-B5B6-B2BD7469F877}" dt="2026-02-06T03:31:03.476" v="121" actId="20577"/>
      <pc:docMkLst>
        <pc:docMk/>
      </pc:docMkLst>
      <pc:sldChg chg="modSp mod">
        <pc:chgData name="Messina, Alex" userId="0f76471a-ee79-4a6c-92ee-5c5f78aa7398" providerId="ADAL" clId="{CD0C2D85-6BEF-4932-B5B6-B2BD7469F877}" dt="2026-02-06T01:32:06.332" v="9" actId="6549"/>
        <pc:sldMkLst>
          <pc:docMk/>
          <pc:sldMk cId="585125673" sldId="256"/>
        </pc:sldMkLst>
        <pc:graphicFrameChg chg="modGraphic">
          <ac:chgData name="Messina, Alex" userId="0f76471a-ee79-4a6c-92ee-5c5f78aa7398" providerId="ADAL" clId="{CD0C2D85-6BEF-4932-B5B6-B2BD7469F877}" dt="2026-02-06T01:32:06.332" v="9" actId="6549"/>
          <ac:graphicFrameMkLst>
            <pc:docMk/>
            <pc:sldMk cId="585125673" sldId="256"/>
            <ac:graphicFrameMk id="13" creationId="{4E859BEF-B285-E66A-036C-5DC09F0F7D87}"/>
          </ac:graphicFrameMkLst>
        </pc:graphicFrameChg>
      </pc:sldChg>
      <pc:sldChg chg="modSp mod">
        <pc:chgData name="Messina, Alex" userId="0f76471a-ee79-4a6c-92ee-5c5f78aa7398" providerId="ADAL" clId="{CD0C2D85-6BEF-4932-B5B6-B2BD7469F877}" dt="2026-02-06T03:31:03.476" v="121" actId="20577"/>
        <pc:sldMkLst>
          <pc:docMk/>
          <pc:sldMk cId="4268239880" sldId="258"/>
        </pc:sldMkLst>
        <pc:graphicFrameChg chg="modGraphic">
          <ac:chgData name="Messina, Alex" userId="0f76471a-ee79-4a6c-92ee-5c5f78aa7398" providerId="ADAL" clId="{CD0C2D85-6BEF-4932-B5B6-B2BD7469F877}" dt="2026-02-06T01:32:51.591" v="91" actId="20577"/>
          <ac:graphicFrameMkLst>
            <pc:docMk/>
            <pc:sldMk cId="4268239880" sldId="258"/>
            <ac:graphicFrameMk id="6" creationId="{59A66CF8-137E-D1A9-9757-6BC2BC7D7B85}"/>
          </ac:graphicFrameMkLst>
        </pc:graphicFrameChg>
        <pc:graphicFrameChg chg="modGraphic">
          <ac:chgData name="Messina, Alex" userId="0f76471a-ee79-4a6c-92ee-5c5f78aa7398" providerId="ADAL" clId="{CD0C2D85-6BEF-4932-B5B6-B2BD7469F877}" dt="2026-02-06T03:31:03.476" v="121" actId="20577"/>
          <ac:graphicFrameMkLst>
            <pc:docMk/>
            <pc:sldMk cId="4268239880" sldId="258"/>
            <ac:graphicFrameMk id="7" creationId="{457FFB0F-D8A3-5AC6-AB10-ADF9186B4420}"/>
          </ac:graphicFrameMkLst>
        </pc:graphicFrameChg>
      </pc:sldChg>
      <pc:sldChg chg="modSp mod">
        <pc:chgData name="Messina, Alex" userId="0f76471a-ee79-4a6c-92ee-5c5f78aa7398" providerId="ADAL" clId="{CD0C2D85-6BEF-4932-B5B6-B2BD7469F877}" dt="2026-02-06T03:30:11.053" v="109" actId="20577"/>
        <pc:sldMkLst>
          <pc:docMk/>
          <pc:sldMk cId="1174006241" sldId="259"/>
        </pc:sldMkLst>
        <pc:graphicFrameChg chg="modGraphic">
          <ac:chgData name="Messina, Alex" userId="0f76471a-ee79-4a6c-92ee-5c5f78aa7398" providerId="ADAL" clId="{CD0C2D85-6BEF-4932-B5B6-B2BD7469F877}" dt="2026-02-06T03:30:11.053" v="109" actId="20577"/>
          <ac:graphicFrameMkLst>
            <pc:docMk/>
            <pc:sldMk cId="1174006241" sldId="259"/>
            <ac:graphicFrameMk id="8" creationId="{CAAF3154-5A31-E5A1-5D0F-16458796DD3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F83B-E8E5-7A8E-A2D5-1F6B9209F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85B18-C74E-403F-AD7B-1B8340EFB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6CC11-FA0C-E4D1-39E2-1EE56DA5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1546-563F-6A23-0111-7C20E42E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1F811-5C85-A1A0-0F92-803BC579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1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FADA-0BCC-B415-AA6C-4C569B82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BE9E8-5EC6-BC23-9070-11255ECA8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97A6-7503-0F23-DA92-D87007D7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ACFAD-B85F-EFBE-7262-D7DBE11B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155A5-852E-91A7-2895-31A328FB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9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C521-3298-0C96-9071-75011E5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39409-DDEA-C423-AA75-9ECFA6F01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FBD92-A9C9-4D18-E4FD-6A118A51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21A2-A39D-6F30-0EA3-C5CBFD339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748F2-AEBC-65FD-BE19-76679694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1A16-2B3F-B669-4604-4EDD9180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E82A-B878-F815-91C2-B947BD3D2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981E7-1035-1595-0BD0-4E612337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B06A2-410F-5639-1836-5D2D9000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8C0EA-E0DA-7BAC-ACCA-02D2FBE5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8D61D-091B-14ED-0CDD-11B34DCA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5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F385-412B-F415-E3F9-416D16E8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A9754-4F63-D057-A7B3-9CB3EC02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36F21-8F37-7C86-8E97-743A58B9B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7B869-F7BA-9EF4-5D39-E63B06C36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E9F703-1805-239F-46FD-F66587FFB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4A598-32FD-D010-3B1A-63D7F1A7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4F2039-1F00-4E04-0188-EAF6FC8F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61FF9A-72B0-3A12-07FE-549EED1A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6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AB2C-B77E-2120-DBBF-41465BAF2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83B5D-EF30-2143-E104-E8665498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29C6E-7C08-4089-79E4-5DFB8DDD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E5405-E27D-1512-492C-47B52381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3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CE9B-C383-16A4-CF92-0846A84BD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4FEA9-A795-0834-1476-A0422DE3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D6631-8A98-DEC7-8911-531A1B94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4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B469-EE5E-C082-90AE-56498A10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33A93-96DC-42DF-C32D-7E10B382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91097-EBAB-0C9D-F5FE-CE170A04E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7162C-358D-714F-6E96-469F0505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DBFC4-3748-0B0C-E4E8-AC56AB81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FEC61-CF25-01B4-344D-7C5C2116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9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340B-94BB-6305-96F6-435616291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DE728-A080-D99C-06DC-3F204E274B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80F11-4BD5-EF3E-0007-1DCAF7194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CB798-7F54-DACD-90C5-86A47AC8A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A1757-19B1-FFB8-FF02-E6729C39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2044E-9E55-52C8-3E99-428F437B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2D48-42D6-FF92-58B1-DBE68F7E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21349-7425-FE75-12A8-2EFFF9205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A24C4-3ECB-340A-2935-3E1E1FDC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4DDAD-454A-5CE6-7015-1B1442F6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DF3DD-CF69-366D-625A-54AB7998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7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226E2A-67D5-864F-B425-2185CA209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307B0-1662-E6B4-3A61-CB2466B64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6E0A4-2EDD-3E54-ABCF-4F4F4403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775D3-D880-0EA9-822C-05D59580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C0EEF-254A-0B42-6603-982E9D36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9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4E0EA-6F95-A39A-1ACB-E0F797BD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870D9-1D8B-F46D-D966-6E8F153E9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B5487-4FB4-482B-446E-07C82B302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B14DA-9715-4F77-A697-173AB41A66F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40381-98F1-49D8-3BD5-89F32480E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C1D8-CAC5-8BE3-50BA-E27239FEE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CCC26-4FC2-40AF-BD93-CC9B706E9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22BC93-7444-FD50-293E-41214B03E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37228">
            <a:off x="3695143" y="3675569"/>
            <a:ext cx="1600396" cy="104261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334CAB-7AA7-FCC3-53FD-F0115E2C459D}"/>
              </a:ext>
            </a:extLst>
          </p:cNvPr>
          <p:cNvCxnSpPr>
            <a:cxnSpLocks/>
          </p:cNvCxnSpPr>
          <p:nvPr/>
        </p:nvCxnSpPr>
        <p:spPr>
          <a:xfrm>
            <a:off x="3247242" y="5444683"/>
            <a:ext cx="2179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EE40CC-7582-3E27-B0A7-2C2FB42DA000}"/>
              </a:ext>
            </a:extLst>
          </p:cNvPr>
          <p:cNvGrpSpPr/>
          <p:nvPr/>
        </p:nvGrpSpPr>
        <p:grpSpPr>
          <a:xfrm>
            <a:off x="3528790" y="4828917"/>
            <a:ext cx="803227" cy="438573"/>
            <a:chOff x="4093306" y="2294467"/>
            <a:chExt cx="803227" cy="438573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3B9DBE8-2460-6028-1D15-C20EABAF2801}"/>
                </a:ext>
              </a:extLst>
            </p:cNvPr>
            <p:cNvCxnSpPr>
              <a:cxnSpLocks/>
            </p:cNvCxnSpPr>
            <p:nvPr/>
          </p:nvCxnSpPr>
          <p:spPr>
            <a:xfrm>
              <a:off x="4093306" y="2733040"/>
              <a:ext cx="79196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A4075C4-AC3A-5006-DD6D-39A059288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5267" y="2294467"/>
              <a:ext cx="11266" cy="43857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E8FA77-9FDE-B4B7-5CA3-E2E97D13B666}"/>
              </a:ext>
            </a:extLst>
          </p:cNvPr>
          <p:cNvCxnSpPr>
            <a:cxnSpLocks/>
          </p:cNvCxnSpPr>
          <p:nvPr/>
        </p:nvCxnSpPr>
        <p:spPr>
          <a:xfrm flipV="1">
            <a:off x="4464861" y="4800616"/>
            <a:ext cx="0" cy="644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61F9E1-14FA-4189-0929-E201D13353C0}"/>
              </a:ext>
            </a:extLst>
          </p:cNvPr>
          <p:cNvGrpSpPr/>
          <p:nvPr/>
        </p:nvGrpSpPr>
        <p:grpSpPr>
          <a:xfrm flipH="1">
            <a:off x="4583733" y="4741344"/>
            <a:ext cx="2579070" cy="880533"/>
            <a:chOff x="3867799" y="2033995"/>
            <a:chExt cx="1017468" cy="880533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3B9177D-96B3-338C-74CF-AAC3B7853361}"/>
                </a:ext>
              </a:extLst>
            </p:cNvPr>
            <p:cNvCxnSpPr>
              <a:cxnSpLocks/>
            </p:cNvCxnSpPr>
            <p:nvPr/>
          </p:nvCxnSpPr>
          <p:spPr>
            <a:xfrm>
              <a:off x="3867799" y="2914528"/>
              <a:ext cx="101746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B85FFE8-6800-295A-DCF2-2406757952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5267" y="2033995"/>
              <a:ext cx="0" cy="88053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32FECA0-7330-7ED7-590D-00827EF87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9" t="15309" r="28914" b="29753"/>
          <a:stretch>
            <a:fillRect/>
          </a:stretch>
        </p:blipFill>
        <p:spPr>
          <a:xfrm>
            <a:off x="6757093" y="2540014"/>
            <a:ext cx="2560396" cy="376766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7054DB0-64D3-783C-7A52-754F559C4618}"/>
              </a:ext>
            </a:extLst>
          </p:cNvPr>
          <p:cNvCxnSpPr>
            <a:cxnSpLocks/>
          </p:cNvCxnSpPr>
          <p:nvPr/>
        </p:nvCxnSpPr>
        <p:spPr>
          <a:xfrm>
            <a:off x="5367870" y="5444683"/>
            <a:ext cx="16672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84AD30BB-0486-3983-BCEF-EB7EBBF80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972" y="1713323"/>
            <a:ext cx="889202" cy="2676498"/>
          </a:xfrm>
          <a:prstGeom prst="rect">
            <a:avLst/>
          </a:prstGeom>
        </p:spPr>
      </p:pic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BADEDBCB-1120-38AE-4B6E-E1333327605E}"/>
              </a:ext>
            </a:extLst>
          </p:cNvPr>
          <p:cNvGrpSpPr/>
          <p:nvPr/>
        </p:nvGrpSpPr>
        <p:grpSpPr>
          <a:xfrm>
            <a:off x="6594882" y="1560411"/>
            <a:ext cx="4080302" cy="4051305"/>
            <a:chOff x="6163078" y="500544"/>
            <a:chExt cx="3982788" cy="4670902"/>
          </a:xfrm>
        </p:grpSpPr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7BC0BC51-156F-4515-1FC5-504A8B9AC55F}"/>
                </a:ext>
              </a:extLst>
            </p:cNvPr>
            <p:cNvCxnSpPr>
              <a:cxnSpLocks/>
            </p:cNvCxnSpPr>
            <p:nvPr/>
          </p:nvCxnSpPr>
          <p:spPr>
            <a:xfrm>
              <a:off x="6163078" y="500544"/>
              <a:ext cx="398278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178DFF18-CDEF-2B98-DFE3-243DE427BD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4600" y="500544"/>
              <a:ext cx="0" cy="1862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533BE5FF-6D71-E6FC-273B-C4BFDE5178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3078" y="500544"/>
              <a:ext cx="0" cy="467090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3" name="Group 1102">
            <a:extLst>
              <a:ext uri="{FF2B5EF4-FFF2-40B4-BE49-F238E27FC236}">
                <a16:creationId xmlns:a16="http://schemas.microsoft.com/office/drawing/2014/main" id="{24886D01-7A97-2712-2992-EEBB67FB1093}"/>
              </a:ext>
            </a:extLst>
          </p:cNvPr>
          <p:cNvGrpSpPr/>
          <p:nvPr/>
        </p:nvGrpSpPr>
        <p:grpSpPr>
          <a:xfrm>
            <a:off x="6370879" y="1474213"/>
            <a:ext cx="4788192" cy="3970469"/>
            <a:chOff x="5939075" y="323350"/>
            <a:chExt cx="4788192" cy="4681062"/>
          </a:xfrm>
        </p:grpSpPr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3E2D0981-3154-E845-2E4F-C80B38EEF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8800" y="323351"/>
              <a:ext cx="0" cy="270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2" name="Group 1101">
              <a:extLst>
                <a:ext uri="{FF2B5EF4-FFF2-40B4-BE49-F238E27FC236}">
                  <a16:creationId xmlns:a16="http://schemas.microsoft.com/office/drawing/2014/main" id="{2B50AF62-EF8C-B6F3-E5AD-80D90D987655}"/>
                </a:ext>
              </a:extLst>
            </p:cNvPr>
            <p:cNvGrpSpPr/>
            <p:nvPr/>
          </p:nvGrpSpPr>
          <p:grpSpPr>
            <a:xfrm>
              <a:off x="5939075" y="323350"/>
              <a:ext cx="4788192" cy="4681062"/>
              <a:chOff x="5939075" y="321657"/>
              <a:chExt cx="4788192" cy="4682755"/>
            </a:xfrm>
          </p:grpSpPr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8D51CE71-A973-3054-1DC1-41BBE3A9E4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9075" y="323351"/>
                <a:ext cx="478819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" name="Straight Connector 1035">
                <a:extLst>
                  <a:ext uri="{FF2B5EF4-FFF2-40B4-BE49-F238E27FC236}">
                    <a16:creationId xmlns:a16="http://schemas.microsoft.com/office/drawing/2014/main" id="{C2B39B88-E9DC-E2BC-EF00-BD152BD787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9075" y="321657"/>
                <a:ext cx="0" cy="46827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52" name="Picture 4" descr="HX-711 (ADC) - Mechatronics Store">
            <a:extLst>
              <a:ext uri="{FF2B5EF4-FFF2-40B4-BE49-F238E27FC236}">
                <a16:creationId xmlns:a16="http://schemas.microsoft.com/office/drawing/2014/main" id="{897B6821-1BA6-8B54-A553-55E4E0F6B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6" t="24444" r="14260" b="20889"/>
          <a:stretch>
            <a:fillRect/>
          </a:stretch>
        </p:blipFill>
        <p:spPr bwMode="auto">
          <a:xfrm rot="5400000">
            <a:off x="4638495" y="2336870"/>
            <a:ext cx="1758770" cy="99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4" name="Straight Connector 1053">
            <a:extLst>
              <a:ext uri="{FF2B5EF4-FFF2-40B4-BE49-F238E27FC236}">
                <a16:creationId xmlns:a16="http://schemas.microsoft.com/office/drawing/2014/main" id="{9C49860D-34B0-B9AE-8437-E489BD62E015}"/>
              </a:ext>
            </a:extLst>
          </p:cNvPr>
          <p:cNvCxnSpPr>
            <a:cxnSpLocks/>
          </p:cNvCxnSpPr>
          <p:nvPr/>
        </p:nvCxnSpPr>
        <p:spPr>
          <a:xfrm flipV="1">
            <a:off x="5302586" y="3712296"/>
            <a:ext cx="0" cy="19095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2729EE9C-27D1-C90D-4DAB-6CB53587B043}"/>
              </a:ext>
            </a:extLst>
          </p:cNvPr>
          <p:cNvCxnSpPr>
            <a:cxnSpLocks/>
          </p:cNvCxnSpPr>
          <p:nvPr/>
        </p:nvCxnSpPr>
        <p:spPr>
          <a:xfrm flipV="1">
            <a:off x="5726394" y="3712294"/>
            <a:ext cx="0" cy="17323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B9295937-C713-D10D-05D1-5CFC1E718BAC}"/>
              </a:ext>
            </a:extLst>
          </p:cNvPr>
          <p:cNvGrpSpPr/>
          <p:nvPr/>
        </p:nvGrpSpPr>
        <p:grpSpPr>
          <a:xfrm flipH="1">
            <a:off x="5470237" y="3712295"/>
            <a:ext cx="1675631" cy="651533"/>
            <a:chOff x="3867799" y="2033995"/>
            <a:chExt cx="1017468" cy="880533"/>
          </a:xfrm>
        </p:grpSpPr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7E3ABFDD-7BAE-A51F-FAE5-87BE565B1B94}"/>
                </a:ext>
              </a:extLst>
            </p:cNvPr>
            <p:cNvCxnSpPr>
              <a:cxnSpLocks/>
            </p:cNvCxnSpPr>
            <p:nvPr/>
          </p:nvCxnSpPr>
          <p:spPr>
            <a:xfrm>
              <a:off x="3867799" y="2914528"/>
              <a:ext cx="1017468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77212448-A882-1C99-3891-AFB60507DC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5267" y="2033995"/>
              <a:ext cx="0" cy="88053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B9D0B895-142E-CA89-C240-9884124567E1}"/>
              </a:ext>
            </a:extLst>
          </p:cNvPr>
          <p:cNvGrpSpPr/>
          <p:nvPr/>
        </p:nvGrpSpPr>
        <p:grpSpPr>
          <a:xfrm flipH="1">
            <a:off x="5598313" y="3712295"/>
            <a:ext cx="1564491" cy="466560"/>
            <a:chOff x="3867799" y="2033996"/>
            <a:chExt cx="1017469" cy="880533"/>
          </a:xfrm>
        </p:grpSpPr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3ED22E5A-D046-6A2E-E285-136CD550DF4A}"/>
                </a:ext>
              </a:extLst>
            </p:cNvPr>
            <p:cNvCxnSpPr>
              <a:cxnSpLocks/>
            </p:cNvCxnSpPr>
            <p:nvPr/>
          </p:nvCxnSpPr>
          <p:spPr>
            <a:xfrm>
              <a:off x="3867799" y="2914528"/>
              <a:ext cx="1017468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2036D868-A593-F246-517A-262BF2BE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5267" y="2033995"/>
              <a:ext cx="0" cy="88053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33516A37-0F0E-EC3F-FA9D-EEB0B60D6970}"/>
              </a:ext>
            </a:extLst>
          </p:cNvPr>
          <p:cNvGrpSpPr/>
          <p:nvPr/>
        </p:nvGrpSpPr>
        <p:grpSpPr>
          <a:xfrm>
            <a:off x="9051320" y="4363828"/>
            <a:ext cx="1635250" cy="340938"/>
            <a:chOff x="3867799" y="2033996"/>
            <a:chExt cx="1017469" cy="880533"/>
          </a:xfrm>
        </p:grpSpPr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BAD8AD51-8C1A-ED93-5449-47C49B86FFA8}"/>
                </a:ext>
              </a:extLst>
            </p:cNvPr>
            <p:cNvCxnSpPr>
              <a:cxnSpLocks/>
            </p:cNvCxnSpPr>
            <p:nvPr/>
          </p:nvCxnSpPr>
          <p:spPr>
            <a:xfrm>
              <a:off x="3867799" y="2914528"/>
              <a:ext cx="1017468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0557A7AD-C431-4B9B-48B9-D1A2019797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5267" y="2033995"/>
              <a:ext cx="0" cy="88053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95C3A264-0741-2297-6883-811B89DD4BFE}"/>
              </a:ext>
            </a:extLst>
          </p:cNvPr>
          <p:cNvGrpSpPr/>
          <p:nvPr/>
        </p:nvGrpSpPr>
        <p:grpSpPr>
          <a:xfrm>
            <a:off x="8946471" y="4389822"/>
            <a:ext cx="2187488" cy="130384"/>
            <a:chOff x="3867799" y="2033996"/>
            <a:chExt cx="1017469" cy="880533"/>
          </a:xfrm>
        </p:grpSpPr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C2F57126-6FD6-3E45-043A-6160DFB02393}"/>
                </a:ext>
              </a:extLst>
            </p:cNvPr>
            <p:cNvCxnSpPr>
              <a:cxnSpLocks/>
            </p:cNvCxnSpPr>
            <p:nvPr/>
          </p:nvCxnSpPr>
          <p:spPr>
            <a:xfrm>
              <a:off x="3867799" y="2914528"/>
              <a:ext cx="1017468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Straight Connector 1072">
              <a:extLst>
                <a:ext uri="{FF2B5EF4-FFF2-40B4-BE49-F238E27FC236}">
                  <a16:creationId xmlns:a16="http://schemas.microsoft.com/office/drawing/2014/main" id="{B5A95DA7-208D-EF05-51DA-BB719729F8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5267" y="2033995"/>
              <a:ext cx="0" cy="88053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39345A33-354F-02F9-8819-75ED9285B5A4}"/>
              </a:ext>
            </a:extLst>
          </p:cNvPr>
          <p:cNvGrpSpPr/>
          <p:nvPr/>
        </p:nvGrpSpPr>
        <p:grpSpPr>
          <a:xfrm>
            <a:off x="8937711" y="3799516"/>
            <a:ext cx="2046272" cy="1065825"/>
            <a:chOff x="8460171" y="3383280"/>
            <a:chExt cx="2140776" cy="1041790"/>
          </a:xfrm>
        </p:grpSpPr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88ED6CB4-3A05-170B-48CB-61C7F56ECF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89036" y="3895374"/>
              <a:ext cx="0" cy="5218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7" name="Group 1086">
              <a:extLst>
                <a:ext uri="{FF2B5EF4-FFF2-40B4-BE49-F238E27FC236}">
                  <a16:creationId xmlns:a16="http://schemas.microsoft.com/office/drawing/2014/main" id="{26A99E3B-1F42-7D9E-4B51-AA35CAF8584C}"/>
                </a:ext>
              </a:extLst>
            </p:cNvPr>
            <p:cNvGrpSpPr/>
            <p:nvPr/>
          </p:nvGrpSpPr>
          <p:grpSpPr>
            <a:xfrm>
              <a:off x="8460171" y="3383280"/>
              <a:ext cx="2140776" cy="1041790"/>
              <a:chOff x="8429691" y="3383280"/>
              <a:chExt cx="2140776" cy="1041790"/>
            </a:xfrm>
          </p:grpSpPr>
          <p:grpSp>
            <p:nvGrpSpPr>
              <p:cNvPr id="1074" name="Group 1073">
                <a:extLst>
                  <a:ext uri="{FF2B5EF4-FFF2-40B4-BE49-F238E27FC236}">
                    <a16:creationId xmlns:a16="http://schemas.microsoft.com/office/drawing/2014/main" id="{ADF853DC-1F48-9DFB-DA10-D740F1C9EAFD}"/>
                  </a:ext>
                </a:extLst>
              </p:cNvPr>
              <p:cNvGrpSpPr/>
              <p:nvPr/>
            </p:nvGrpSpPr>
            <p:grpSpPr>
              <a:xfrm>
                <a:off x="8827009" y="3895374"/>
                <a:ext cx="1743458" cy="521889"/>
                <a:chOff x="4168312" y="2033995"/>
                <a:chExt cx="801736" cy="3524520"/>
              </a:xfrm>
            </p:grpSpPr>
            <p:cxnSp>
              <p:nvCxnSpPr>
                <p:cNvPr id="1075" name="Straight Connector 1074">
                  <a:extLst>
                    <a:ext uri="{FF2B5EF4-FFF2-40B4-BE49-F238E27FC236}">
                      <a16:creationId xmlns:a16="http://schemas.microsoft.com/office/drawing/2014/main" id="{AE6B0391-B68B-9D0B-7F1C-3EE58B1B49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68312" y="5558515"/>
                  <a:ext cx="801736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6" name="Straight Connector 1075">
                  <a:extLst>
                    <a:ext uri="{FF2B5EF4-FFF2-40B4-BE49-F238E27FC236}">
                      <a16:creationId xmlns:a16="http://schemas.microsoft.com/office/drawing/2014/main" id="{E0C096C1-C361-8BB6-DAA8-6BBC43E1A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85267" y="2033995"/>
                  <a:ext cx="0" cy="352452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2D41005D-C853-51A0-52EC-C411C9BB3A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818487" y="3383280"/>
                <a:ext cx="13136" cy="104179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Straight Connector 1083">
                <a:extLst>
                  <a:ext uri="{FF2B5EF4-FFF2-40B4-BE49-F238E27FC236}">
                    <a16:creationId xmlns:a16="http://schemas.microsoft.com/office/drawing/2014/main" id="{7CD1AE80-ABC1-C97F-EB8D-9F06E7BA53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29691" y="3383280"/>
                <a:ext cx="388796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2D439A9A-7167-E3D5-4A7A-EA8D590F4295}"/>
              </a:ext>
            </a:extLst>
          </p:cNvPr>
          <p:cNvGrpSpPr/>
          <p:nvPr/>
        </p:nvGrpSpPr>
        <p:grpSpPr>
          <a:xfrm>
            <a:off x="5427137" y="1079052"/>
            <a:ext cx="393609" cy="874474"/>
            <a:chOff x="4995333" y="321657"/>
            <a:chExt cx="393609" cy="1191598"/>
          </a:xfrm>
        </p:grpSpPr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E99B4223-B5DE-F2F9-0DA7-C72938159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8942" y="323351"/>
              <a:ext cx="0" cy="118990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9BDB4FAA-9D7C-2D03-524F-428A9EDE6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6862" y="323351"/>
              <a:ext cx="0" cy="11899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27B007D1-4223-A071-2AAE-EF6B0F2E6C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4782" y="323351"/>
              <a:ext cx="0" cy="1189904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25E1C966-C5CA-C673-71A1-144DB3DDE0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5333" y="321657"/>
              <a:ext cx="0" cy="1189904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0" name="Rectangle: Rounded Corners 1099">
            <a:extLst>
              <a:ext uri="{FF2B5EF4-FFF2-40B4-BE49-F238E27FC236}">
                <a16:creationId xmlns:a16="http://schemas.microsoft.com/office/drawing/2014/main" id="{358C38FC-D7C3-FFC4-F3A1-F84529A4B31C}"/>
              </a:ext>
            </a:extLst>
          </p:cNvPr>
          <p:cNvSpPr/>
          <p:nvPr/>
        </p:nvSpPr>
        <p:spPr>
          <a:xfrm>
            <a:off x="4902355" y="440271"/>
            <a:ext cx="1391920" cy="6387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SCALE</a:t>
            </a:r>
          </a:p>
        </p:txBody>
      </p:sp>
      <p:pic>
        <p:nvPicPr>
          <p:cNvPr id="1026" name="Picture 2" descr="SUTRON XLink 500 Datalogger | OTT HydroMet">
            <a:extLst>
              <a:ext uri="{FF2B5EF4-FFF2-40B4-BE49-F238E27FC236}">
                <a16:creationId xmlns:a16="http://schemas.microsoft.com/office/drawing/2014/main" id="{6C6429EA-E29E-0C06-F103-633C983601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7" t="17339" r="24163" b="22795"/>
          <a:stretch>
            <a:fillRect/>
          </a:stretch>
        </p:blipFill>
        <p:spPr bwMode="auto">
          <a:xfrm>
            <a:off x="1151157" y="2755313"/>
            <a:ext cx="2794001" cy="367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7A5E0057-3DC4-C934-7B84-7B0B484F3D1F}"/>
              </a:ext>
            </a:extLst>
          </p:cNvPr>
          <p:cNvGrpSpPr/>
          <p:nvPr/>
        </p:nvGrpSpPr>
        <p:grpSpPr>
          <a:xfrm>
            <a:off x="774707" y="1206039"/>
            <a:ext cx="10179900" cy="3258420"/>
            <a:chOff x="5939075" y="323350"/>
            <a:chExt cx="4788192" cy="3675302"/>
          </a:xfrm>
        </p:grpSpPr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156F08EC-A920-B688-4697-4B2DB30DE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0661" y="323351"/>
              <a:ext cx="0" cy="54805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6" name="Group 1105">
              <a:extLst>
                <a:ext uri="{FF2B5EF4-FFF2-40B4-BE49-F238E27FC236}">
                  <a16:creationId xmlns:a16="http://schemas.microsoft.com/office/drawing/2014/main" id="{F939D4AB-FCED-45CD-008D-B15E7C3D6D23}"/>
                </a:ext>
              </a:extLst>
            </p:cNvPr>
            <p:cNvGrpSpPr/>
            <p:nvPr/>
          </p:nvGrpSpPr>
          <p:grpSpPr>
            <a:xfrm>
              <a:off x="5939075" y="323350"/>
              <a:ext cx="4788192" cy="3675302"/>
              <a:chOff x="5939075" y="321657"/>
              <a:chExt cx="4788192" cy="3676631"/>
            </a:xfrm>
          </p:grpSpPr>
          <p:cxnSp>
            <p:nvCxnSpPr>
              <p:cNvPr id="1107" name="Straight Connector 1106">
                <a:extLst>
                  <a:ext uri="{FF2B5EF4-FFF2-40B4-BE49-F238E27FC236}">
                    <a16:creationId xmlns:a16="http://schemas.microsoft.com/office/drawing/2014/main" id="{BDF3C0D5-873E-F7A0-4C79-C0DF8348CF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9075" y="323351"/>
                <a:ext cx="4788192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8" name="Straight Connector 1107">
                <a:extLst>
                  <a:ext uri="{FF2B5EF4-FFF2-40B4-BE49-F238E27FC236}">
                    <a16:creationId xmlns:a16="http://schemas.microsoft.com/office/drawing/2014/main" id="{66729124-E33D-539A-B952-2FEDDEB405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9075" y="321657"/>
                <a:ext cx="0" cy="3676631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AF45A532-79B8-1B3A-29D4-6B113E47CFB8}"/>
              </a:ext>
            </a:extLst>
          </p:cNvPr>
          <p:cNvGrpSpPr/>
          <p:nvPr/>
        </p:nvGrpSpPr>
        <p:grpSpPr>
          <a:xfrm>
            <a:off x="982064" y="1358439"/>
            <a:ext cx="9820142" cy="2964984"/>
            <a:chOff x="5939075" y="323350"/>
            <a:chExt cx="4788192" cy="3495626"/>
          </a:xfrm>
        </p:grpSpPr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EFC5B4FF-01CE-06C7-64EF-EB107B7E3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0661" y="323351"/>
              <a:ext cx="0" cy="368382"/>
            </a:xfrm>
            <a:prstGeom prst="lin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1" name="Group 1110">
              <a:extLst>
                <a:ext uri="{FF2B5EF4-FFF2-40B4-BE49-F238E27FC236}">
                  <a16:creationId xmlns:a16="http://schemas.microsoft.com/office/drawing/2014/main" id="{E059F091-2B1A-95D5-FA48-697E709D0C9A}"/>
                </a:ext>
              </a:extLst>
            </p:cNvPr>
            <p:cNvGrpSpPr/>
            <p:nvPr/>
          </p:nvGrpSpPr>
          <p:grpSpPr>
            <a:xfrm>
              <a:off x="5939075" y="323350"/>
              <a:ext cx="4788192" cy="3495626"/>
              <a:chOff x="5939075" y="321657"/>
              <a:chExt cx="4788192" cy="3496891"/>
            </a:xfrm>
          </p:grpSpPr>
          <p:cxnSp>
            <p:nvCxnSpPr>
              <p:cNvPr id="1112" name="Straight Connector 1111">
                <a:extLst>
                  <a:ext uri="{FF2B5EF4-FFF2-40B4-BE49-F238E27FC236}">
                    <a16:creationId xmlns:a16="http://schemas.microsoft.com/office/drawing/2014/main" id="{EA4E4C2F-4966-3F85-F857-6409CACEBF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9075" y="323351"/>
                <a:ext cx="4788192" cy="0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3" name="Straight Connector 1112">
                <a:extLst>
                  <a:ext uri="{FF2B5EF4-FFF2-40B4-BE49-F238E27FC236}">
                    <a16:creationId xmlns:a16="http://schemas.microsoft.com/office/drawing/2014/main" id="{D69822A5-B220-894B-FBBC-2CFD727C7B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39075" y="321657"/>
                <a:ext cx="0" cy="3496891"/>
              </a:xfrm>
              <a:prstGeom prst="line">
                <a:avLst/>
              </a:prstGeom>
              <a:ln>
                <a:solidFill>
                  <a:srgbClr val="7030A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19" name="Straight Connector 1118">
            <a:extLst>
              <a:ext uri="{FF2B5EF4-FFF2-40B4-BE49-F238E27FC236}">
                <a16:creationId xmlns:a16="http://schemas.microsoft.com/office/drawing/2014/main" id="{51547B8C-3519-3136-3A39-43D13A6A2BAC}"/>
              </a:ext>
            </a:extLst>
          </p:cNvPr>
          <p:cNvCxnSpPr>
            <a:cxnSpLocks/>
          </p:cNvCxnSpPr>
          <p:nvPr/>
        </p:nvCxnSpPr>
        <p:spPr>
          <a:xfrm flipH="1">
            <a:off x="982064" y="4323423"/>
            <a:ext cx="16909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2" name="Straight Connector 1121">
            <a:extLst>
              <a:ext uri="{FF2B5EF4-FFF2-40B4-BE49-F238E27FC236}">
                <a16:creationId xmlns:a16="http://schemas.microsoft.com/office/drawing/2014/main" id="{5CFD5D60-995A-E344-BDDE-1167374E4E2E}"/>
              </a:ext>
            </a:extLst>
          </p:cNvPr>
          <p:cNvCxnSpPr>
            <a:cxnSpLocks/>
          </p:cNvCxnSpPr>
          <p:nvPr/>
        </p:nvCxnSpPr>
        <p:spPr>
          <a:xfrm flipH="1">
            <a:off x="774707" y="4464459"/>
            <a:ext cx="37645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74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68A54C-9076-62F6-731A-12BAAB4228EB}"/>
              </a:ext>
            </a:extLst>
          </p:cNvPr>
          <p:cNvSpPr txBox="1"/>
          <p:nvPr/>
        </p:nvSpPr>
        <p:spPr>
          <a:xfrm>
            <a:off x="321734" y="198904"/>
            <a:ext cx="2822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Power Supply</a:t>
            </a:r>
          </a:p>
          <a:p>
            <a:r>
              <a:rPr lang="en-US" b="1" dirty="0"/>
              <a:t>Mini DC-DC 12-24V to 5V 3A Step Down Buck Power Module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6959200-E4D6-A21A-90D8-35FA3231CCA9}"/>
              </a:ext>
            </a:extLst>
          </p:cNvPr>
          <p:cNvGrpSpPr/>
          <p:nvPr/>
        </p:nvGrpSpPr>
        <p:grpSpPr>
          <a:xfrm>
            <a:off x="3629810" y="198904"/>
            <a:ext cx="6403190" cy="3213926"/>
            <a:chOff x="2797687" y="340752"/>
            <a:chExt cx="8095168" cy="392304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9FD5BD5-11BE-3D7C-D9A6-B2BCDC44E963}"/>
                </a:ext>
              </a:extLst>
            </p:cNvPr>
            <p:cNvGrpSpPr/>
            <p:nvPr/>
          </p:nvGrpSpPr>
          <p:grpSpPr>
            <a:xfrm>
              <a:off x="2797687" y="340752"/>
              <a:ext cx="8095168" cy="3923041"/>
              <a:chOff x="2763820" y="277967"/>
              <a:chExt cx="8095168" cy="392304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DF2DF0A-64C2-8439-922F-F3B6ABB78D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7737228">
                <a:off x="2093220" y="1023437"/>
                <a:ext cx="3848171" cy="2506971"/>
              </a:xfrm>
              <a:prstGeom prst="rect">
                <a:avLst/>
              </a:prstGeom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40403DD-3C1F-70EC-BD50-7912938E538F}"/>
                  </a:ext>
                </a:extLst>
              </p:cNvPr>
              <p:cNvGrpSpPr/>
              <p:nvPr/>
            </p:nvGrpSpPr>
            <p:grpSpPr>
              <a:xfrm>
                <a:off x="4326467" y="277967"/>
                <a:ext cx="6532521" cy="804333"/>
                <a:chOff x="4326467" y="277967"/>
                <a:chExt cx="6532521" cy="804333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DFE3F16-8F35-FE94-C7B3-14E49344E74B}"/>
                    </a:ext>
                  </a:extLst>
                </p:cNvPr>
                <p:cNvSpPr txBox="1"/>
                <p:nvPr/>
              </p:nvSpPr>
              <p:spPr>
                <a:xfrm>
                  <a:off x="5291667" y="277967"/>
                  <a:ext cx="5567321" cy="788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Adjustment screw: change to output 5V</a:t>
                  </a:r>
                </a:p>
                <a:p>
                  <a:r>
                    <a:rPr lang="en-US" dirty="0"/>
                    <a:t>Verify with meter</a:t>
                  </a:r>
                </a:p>
              </p:txBody>
            </p: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5989EB5C-4F9A-C85E-86D5-118A7000C355}"/>
                    </a:ext>
                  </a:extLst>
                </p:cNvPr>
                <p:cNvCxnSpPr>
                  <a:cxnSpLocks/>
                  <a:endCxn id="7" idx="1"/>
                </p:cNvCxnSpPr>
                <p:nvPr/>
              </p:nvCxnSpPr>
              <p:spPr>
                <a:xfrm flipV="1">
                  <a:off x="4326467" y="672436"/>
                  <a:ext cx="965200" cy="409864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65EE3C-AFCD-B6CF-9033-34741A558E56}"/>
                </a:ext>
              </a:extLst>
            </p:cNvPr>
            <p:cNvSpPr txBox="1"/>
            <p:nvPr/>
          </p:nvSpPr>
          <p:spPr>
            <a:xfrm rot="21051663">
              <a:off x="3247867" y="3720124"/>
              <a:ext cx="12827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 IN+ GND V0+</a:t>
              </a:r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859BEF-B285-E66A-036C-5DC09F0F7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80061"/>
              </p:ext>
            </p:extLst>
          </p:nvPr>
        </p:nvGraphicFramePr>
        <p:xfrm>
          <a:off x="5545666" y="1116199"/>
          <a:ext cx="6324600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760">
                  <a:extLst>
                    <a:ext uri="{9D8B030D-6E8A-4147-A177-3AD203B41FA5}">
                      <a16:colId xmlns:a16="http://schemas.microsoft.com/office/drawing/2014/main" val="3552411847"/>
                    </a:ext>
                  </a:extLst>
                </a:gridCol>
                <a:gridCol w="4796840">
                  <a:extLst>
                    <a:ext uri="{9D8B030D-6E8A-4147-A177-3AD203B41FA5}">
                      <a16:colId xmlns:a16="http://schemas.microsoft.com/office/drawing/2014/main" val="174417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Mini DC –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Connected to: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6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9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Xlink500 Port 18 (12V pos)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911864"/>
                  </a:ext>
                </a:extLst>
              </a:tr>
              <a:tr h="124338"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Xlink500 Port 19 or 17 (12V neg)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ESP Pin 2 (GND)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HX711 GND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MAX 485 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99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ESP32 Pin 1 (Supply 5V for ESP32)</a:t>
                      </a:r>
                    </a:p>
                    <a:p>
                      <a:r>
                        <a:rPr lang="en-US" dirty="0"/>
                        <a:t>HX711 VCC</a:t>
                      </a:r>
                    </a:p>
                    <a:p>
                      <a:r>
                        <a:rPr lang="en-US" dirty="0"/>
                        <a:t>MAX485 VCC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3962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04EF619-B6B4-FB42-DD40-F5BF6C0BD99D}"/>
              </a:ext>
            </a:extLst>
          </p:cNvPr>
          <p:cNvSpPr txBox="1"/>
          <p:nvPr/>
        </p:nvSpPr>
        <p:spPr>
          <a:xfrm>
            <a:off x="250614" y="6257835"/>
            <a:ext cx="1107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https://www.amazon.com/dp/B0CDWW4XHL?ref=ppx_yo2ov_dt_b_fed_asin_title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B81E2D-5EA2-E22B-1260-FB16A62CC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6" y="3686576"/>
            <a:ext cx="4046571" cy="237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25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84B82-63F5-C60B-13C7-33E3FD99F85B}"/>
              </a:ext>
            </a:extLst>
          </p:cNvPr>
          <p:cNvSpPr txBox="1"/>
          <p:nvPr/>
        </p:nvSpPr>
        <p:spPr>
          <a:xfrm>
            <a:off x="769257" y="140035"/>
            <a:ext cx="34590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MAX485 Module</a:t>
            </a:r>
          </a:p>
          <a:p>
            <a:r>
              <a:rPr lang="en-US" b="1" dirty="0"/>
              <a:t>Modbus comm ESP32 to </a:t>
            </a:r>
            <a:r>
              <a:rPr lang="en-US" b="1" dirty="0" err="1"/>
              <a:t>Sutron</a:t>
            </a:r>
            <a:endParaRPr lang="en-US" b="1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1AF97-E47B-A67E-53BB-E0EDB5B8A3D2}"/>
              </a:ext>
            </a:extLst>
          </p:cNvPr>
          <p:cNvSpPr txBox="1"/>
          <p:nvPr/>
        </p:nvSpPr>
        <p:spPr>
          <a:xfrm>
            <a:off x="264160" y="6374229"/>
            <a:ext cx="59279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amazon.com/ANMBEST-Transceiver-Arduino-Raspberry-Industrial-Control/dp/B088Q8TD4V/ref=sr_1_3?crid=OACU5IWAMFFV&amp;dib=eyJ2IjoiMSJ9.XOz9FiFG1jgK1-6pnXbdu7lC8cw7WnbkjiGvImx0leVrIttG0RHSJrwm5iyhbcH2uTFJiUEgbMUvTEKyt6YQJh4BXnZtY92ZFOAYZ8v6Bc2gIKrCIWYCfTiC68pG9ZGuViQ0dCUp_99NhMVQWh_w1YvLyVHoKvJ1ryN6nIXYhE1b1p8AS5cialWWZsdSCDOiuUYnGP1WnfDbjqt2I6vM2UlEK64-AIN9yz6vEKVH6-o.1mdE9VvUY0gWjrbshtmukpw0mZpPO0Uivx23_dCgARs&amp;dib_tag=se&amp;keywords=Max485&amp;qid=1770337164&amp;sprefix=max48%2Caps%2C267&amp;sr=8-3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A66CF8-137E-D1A9-9757-6BC2BC7D7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313787"/>
              </p:ext>
            </p:extLst>
          </p:nvPr>
        </p:nvGraphicFramePr>
        <p:xfrm>
          <a:off x="5208693" y="368189"/>
          <a:ext cx="632460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760">
                  <a:extLst>
                    <a:ext uri="{9D8B030D-6E8A-4147-A177-3AD203B41FA5}">
                      <a16:colId xmlns:a16="http://schemas.microsoft.com/office/drawing/2014/main" val="3552411847"/>
                    </a:ext>
                  </a:extLst>
                </a:gridCol>
                <a:gridCol w="4796840">
                  <a:extLst>
                    <a:ext uri="{9D8B030D-6E8A-4147-A177-3AD203B41FA5}">
                      <a16:colId xmlns:a16="http://schemas.microsoft.com/office/drawing/2014/main" val="174417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MAX485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Connected to: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6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5.5V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9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Sutron</a:t>
                      </a:r>
                      <a:r>
                        <a:rPr lang="en-US" dirty="0"/>
                        <a:t> RS485-A (via block terminal)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911864"/>
                  </a:ext>
                </a:extLst>
              </a:tr>
              <a:tr h="124338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Sutron</a:t>
                      </a:r>
                      <a:r>
                        <a:rPr lang="en-US" dirty="0"/>
                        <a:t> RS485-B (via block terminal)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99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5.5V 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3962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7FFB0F-D8A3-5AC6-AB10-ADF9186B4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541452"/>
              </p:ext>
            </p:extLst>
          </p:nvPr>
        </p:nvGraphicFramePr>
        <p:xfrm>
          <a:off x="5208693" y="3723752"/>
          <a:ext cx="632460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760">
                  <a:extLst>
                    <a:ext uri="{9D8B030D-6E8A-4147-A177-3AD203B41FA5}">
                      <a16:colId xmlns:a16="http://schemas.microsoft.com/office/drawing/2014/main" val="3552411847"/>
                    </a:ext>
                  </a:extLst>
                </a:gridCol>
                <a:gridCol w="4796840">
                  <a:extLst>
                    <a:ext uri="{9D8B030D-6E8A-4147-A177-3AD203B41FA5}">
                      <a16:colId xmlns:a16="http://schemas.microsoft.com/office/drawing/2014/main" val="174417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MAX485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Connected to: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6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ESP32 pin R7 (TX2)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8249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ESP32  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pin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(D21)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63911864"/>
                  </a:ext>
                </a:extLst>
              </a:tr>
              <a:tr h="124338">
                <a:tc>
                  <a:txBody>
                    <a:bodyPr/>
                    <a:lstStyle/>
                    <a:p>
                      <a:r>
                        <a:rPr lang="en-US" dirty="0"/>
                        <a:t>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ESP32  pin R11 (D21)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199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ESP32  pin R6 (RX2)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939625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D1C2CE5-369D-CE84-9AD9-DD3BA72CE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4" y="782320"/>
            <a:ext cx="5003199" cy="547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23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0EBA46-9FB7-62DB-1BAA-72E432C5F6B6}"/>
              </a:ext>
            </a:extLst>
          </p:cNvPr>
          <p:cNvSpPr txBox="1"/>
          <p:nvPr/>
        </p:nvSpPr>
        <p:spPr>
          <a:xfrm>
            <a:off x="719996" y="217814"/>
            <a:ext cx="4086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HX711 Load Cell Amplifier 24-Bit ADC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BBB84-469B-B83A-A6C7-0DC5DF49DF3C}"/>
              </a:ext>
            </a:extLst>
          </p:cNvPr>
          <p:cNvSpPr txBox="1"/>
          <p:nvPr/>
        </p:nvSpPr>
        <p:spPr>
          <a:xfrm>
            <a:off x="335280" y="6228080"/>
            <a:ext cx="6079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amazon.com/WWZMDiB-HX711-Amplifier-Displacement-Acceleration/dp/B0BLND4VF6/ref=sr_1_3_pp?crid=C0181XBADPO9&amp;dib=eyJ2IjoiMSJ9.dKKd_rVo-1xsjxMNARcrsPDNlovI00kewsuYFiCeeM6o8mk5BFmvWcG_IfBNpGlivmn1nUjsOteC9DGdFfVZiaOdYx1_VpfR3NQP6dKYvaD8Iqkl215_q75TYVnLycWNz56sUcgAzVmg7RCtGPSKhsTZlK0QucP4II9HaDSgl84c6f7INv29nOxjedMD2dkegcPtDTDdtN4Zuyk7Xb7Ky6lTZg4dUAWcr0i9ieLdhgM.64kGX__zs8UzYpb3eWF047CEWY5AtGevGsWqjAO44aU&amp;dib_tag=se&amp;keywords=HX711+module&amp;qid=1770337779&amp;sprefix=hx711+modul%2Caps%2C216&amp;sr=8-3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69B395E-04A3-946A-8323-88606805B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6128"/>
              </p:ext>
            </p:extLst>
          </p:nvPr>
        </p:nvGraphicFramePr>
        <p:xfrm>
          <a:off x="5339080" y="771742"/>
          <a:ext cx="632460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760">
                  <a:extLst>
                    <a:ext uri="{9D8B030D-6E8A-4147-A177-3AD203B41FA5}">
                      <a16:colId xmlns:a16="http://schemas.microsoft.com/office/drawing/2014/main" val="3552411847"/>
                    </a:ext>
                  </a:extLst>
                </a:gridCol>
                <a:gridCol w="4796840">
                  <a:extLst>
                    <a:ext uri="{9D8B030D-6E8A-4147-A177-3AD203B41FA5}">
                      <a16:colId xmlns:a16="http://schemas.microsoft.com/office/drawing/2014/main" val="174417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HX711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Connected to: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6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 (Excitation voltage, 5.5V+)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9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Black (Excitation voltage, 5.5V-)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911864"/>
                  </a:ext>
                </a:extLst>
              </a:tr>
              <a:tr h="224152">
                <a:tc>
                  <a:txBody>
                    <a:bodyPr/>
                    <a:lstStyle/>
                    <a:p>
                      <a:r>
                        <a:rPr lang="en-US" dirty="0"/>
                        <a:t>A-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White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99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 (or Green on some scales?)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39625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AAF3154-5A31-E5A1-5D0F-16458796D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334832"/>
              </p:ext>
            </p:extLst>
          </p:nvPr>
        </p:nvGraphicFramePr>
        <p:xfrm>
          <a:off x="5339080" y="3872746"/>
          <a:ext cx="632460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760">
                  <a:extLst>
                    <a:ext uri="{9D8B030D-6E8A-4147-A177-3AD203B41FA5}">
                      <a16:colId xmlns:a16="http://schemas.microsoft.com/office/drawing/2014/main" val="3552411847"/>
                    </a:ext>
                  </a:extLst>
                </a:gridCol>
                <a:gridCol w="4796840">
                  <a:extLst>
                    <a:ext uri="{9D8B030D-6E8A-4147-A177-3AD203B41FA5}">
                      <a16:colId xmlns:a16="http://schemas.microsoft.com/office/drawing/2014/main" val="1744173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HX711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Connected to: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363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5.5V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49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ESP32 Pin L8, D25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911864"/>
                  </a:ext>
                </a:extLst>
              </a:tr>
              <a:tr h="224152">
                <a:tc>
                  <a:txBody>
                    <a:bodyPr/>
                    <a:lstStyle/>
                    <a:p>
                      <a:r>
                        <a:rPr lang="en-US" dirty="0"/>
                        <a:t>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ESP32 Pin L9, D33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99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5.5V 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396258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D97F862-B43E-EC78-C829-2DD85AC4B5AB}"/>
              </a:ext>
            </a:extLst>
          </p:cNvPr>
          <p:cNvGrpSpPr/>
          <p:nvPr/>
        </p:nvGrpSpPr>
        <p:grpSpPr>
          <a:xfrm>
            <a:off x="674914" y="885636"/>
            <a:ext cx="4131457" cy="5456338"/>
            <a:chOff x="335280" y="629919"/>
            <a:chExt cx="4131457" cy="54563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FF17744-C7EE-AD69-C966-CBAA37B24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280" y="771742"/>
              <a:ext cx="4131457" cy="5314515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531B824-B0D3-4CCE-7822-87913D0E5561}"/>
                </a:ext>
              </a:extLst>
            </p:cNvPr>
            <p:cNvSpPr/>
            <p:nvPr/>
          </p:nvSpPr>
          <p:spPr>
            <a:xfrm>
              <a:off x="335280" y="629919"/>
              <a:ext cx="1056640" cy="63878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SCALE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400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9096ad9-8b60-446a-90b7-017dbb9421a3}" enabled="1" method="Standard" siteId="{3d234255-e20f-4205-88a5-9658a402999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373</Words>
  <Application>Microsoft Office PowerPoint</Application>
  <PresentationFormat>Widescreen</PresentationFormat>
  <Paragraphs>68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WSP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Messina, Alex</dc:creator>
  <cp:lastModifiedBy>Messina, Alex</cp:lastModifiedBy>
  <cp:revision>1</cp:revision>
  <dcterms:created xsi:type="dcterms:W3CDTF">2026-02-05T18:48:39Z</dcterms:created>
  <dcterms:modified xsi:type="dcterms:W3CDTF">2026-02-06T03:31:12Z</dcterms:modified>
</cp:coreProperties>
</file>